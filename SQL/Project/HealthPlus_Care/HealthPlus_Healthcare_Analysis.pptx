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389120" cy="438912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663440"/>
            <a:ext cx="3931920" cy="393192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HEALTHPLUS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 Database Analysis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B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Member Demand, Consultations &amp; Revenue Performance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8064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Rithiha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B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Project | MySQL Relational Database Analysis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HealthPlus improve healthcare utilization and revenue by understanding member demand, consultation patterns and clinic performance?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42316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HealthPlus tracks members, consultations, clinics, specialists and billing. Without a connected view, it's difficult to see where demand concentrates, which clinics and specialists are stretched, and how each service line actually contributes to revenue.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3703320"/>
            <a:ext cx="345643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3977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617720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Concentration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5001768"/>
            <a:ext cx="2907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cities, membership types and specializations drive the most consultation demand?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52544" y="3703320"/>
            <a:ext cx="345643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26864" y="3977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4626864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26864" y="4617720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 &amp; Specialist Load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626864" y="5001768"/>
            <a:ext cx="2907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volume varies widely by clinic, with uneven specialist availability behind it.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65008" y="3703320"/>
            <a:ext cx="345643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39328" y="3977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8339328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339328" y="4617720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Visibility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39328" y="5001768"/>
            <a:ext cx="2907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Consultation, lab and medicine revenue aren't separated, hiding where earnings really come from.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SQL-based analysis connecting member demand to consultation activity, clinic utilization, specialist capacity and revenue.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61872" y="191109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member demand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222199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member concentration by city, membership type and demographics.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86207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62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28072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clinic utilization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261872" y="311810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clinics with the highest consultation volumes.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75818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581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3703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specialist availability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261872" y="4014216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specialist counts and fees across high-volume specializations.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654296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6542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61872" y="45994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revenue management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491032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total revenue, average bill value, and consultation/lab/medicine splits.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555040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550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61872" y="549554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consultation services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261872" y="58064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consultation mode and status to guide operational fixes.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086600" y="1965960"/>
            <a:ext cx="4434840" cy="4480560"/>
          </a:xfrm>
          <a:prstGeom prst="roundRect">
            <a:avLst>
              <a:gd name="adj" fmla="val 2062"/>
            </a:avLst>
          </a:prstGeom>
          <a:solidFill>
            <a:srgbClr val="21295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406640" y="224028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406640" y="253288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 &amp; SQL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7406640" y="320040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Querying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7406640" y="34747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SELECT, DISTINCT, WHERE, GROUP BY, HAVING, ORDER BY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7406640" y="404164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7406640" y="431596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COUNT, SUM, AVG, MIN, MAX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406640" y="488289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&amp; Subqueries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7406640" y="5157216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JOIN, LEFT JOIN, Subqueries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406640" y="572414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7406640" y="5998464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ROW_NUMBER, RANK, LAG, LEAD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&amp; Recommendations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5F8F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5727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965960"/>
            <a:ext cx="484632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demand varies by city and membership type, shaping where services should focus.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demand concentrates in specializations exceeding 100 consultations.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5 clinics account for a disproportionate share of consultation volume.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consultation fees vary meaningfully, even within the same specialization.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comes from three distinct lines: consultation, laboratory and medicine.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mode and status patterns reveal how members actually access care.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172200" y="137160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46520" y="15727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1965960"/>
            <a:ext cx="484632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capacity on high-concentration cities and membership segments.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adequate specialist availability for high-volume specializations.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top clinics for staffing and operational capacity.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consultation-fee variation across and within specializations.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consultation, lab and medicine revenue separately.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mode/status trends and average bill value to guide service delivery.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Rithiha  |  HealthPlus Healthcare Database Analysis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2026-08-28T16:16:16Z</dcterms:created>
  <dcterms:modified xsi:type="dcterms:W3CDTF">2026-08-28T16:16:16Z</dcterms:modified>
</cp:coreProperties>
</file>