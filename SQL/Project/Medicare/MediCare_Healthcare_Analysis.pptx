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809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188720"/>
            <a:ext cx="4114800" cy="4114800"/>
          </a:xfrm>
          <a:prstGeom prst="ellipse">
            <a:avLst/>
          </a:prstGeom>
          <a:solidFill>
            <a:srgbClr val="00A896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846320"/>
            <a:ext cx="3840480" cy="3840480"/>
          </a:xfrm>
          <a:prstGeom prst="ellipse">
            <a:avLst/>
          </a:prstGeom>
          <a:solidFill>
            <a:srgbClr val="02C39A">
              <a:alpha val="2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96596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4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MEDICARE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377440"/>
            <a:ext cx="10058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Healthcare Database Analysis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42900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CFE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Optimizing Doctor &amp; Hospital Capacity Through SQL-Driven Insights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580644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Rithiha</a:t>
            </a:r>
            <a:endParaRPr lang="en-US" sz="1800" dirty="0"/>
          </a:p>
          <a:p>
            <a:pPr indent="0" marL="0">
              <a:buNone/>
            </a:pPr>
            <a:r>
              <a:rPr lang="en-US" sz="1300" dirty="0">
                <a:solidFill>
                  <a:srgbClr val="CFE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Project | MySQL Relational Database Analysis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Business Problem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34440"/>
            <a:ext cx="10881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can MediCare optimize its doctor and hospital capacity while improving access to the most in-demand medical specializations?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2240280"/>
            <a:ext cx="1088136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60120" y="2423160"/>
            <a:ext cx="10241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C6F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MediCare's database spans hospitals, doctors, departments, beds, appointments and consultation fees. Resources are distributed unevenly across specializations and hospitals, creating risk of staffing gaps, capacity strain and workload imbalance without a clear analytical view.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40080" y="3703320"/>
            <a:ext cx="3456432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397764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3977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4617720"/>
            <a:ext cx="2907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Demand Visibility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5001768"/>
            <a:ext cx="2907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6F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specializations face the highest patient demand relative to doctor supply?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52544" y="3703320"/>
            <a:ext cx="3456432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26864" y="397764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3" name="Text 11"/>
          <p:cNvSpPr/>
          <p:nvPr/>
        </p:nvSpPr>
        <p:spPr>
          <a:xfrm>
            <a:off x="4626864" y="3977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4626864" y="4617720"/>
            <a:ext cx="2907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Staffing Imbalance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4626864" y="5001768"/>
            <a:ext cx="2907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6F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counts vary widely across hospitals, with no clear view of under- or over-staffed sites.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065008" y="3703320"/>
            <a:ext cx="3456432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339328" y="397764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8" name="Text 16"/>
          <p:cNvSpPr/>
          <p:nvPr/>
        </p:nvSpPr>
        <p:spPr>
          <a:xfrm>
            <a:off x="8339328" y="3977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8339328" y="4617720"/>
            <a:ext cx="2907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Capacity &amp; Workload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8339328" y="5001768"/>
            <a:ext cx="2907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6F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 capacity and appointment volume aren't jointly analyzed to guide planning decisions.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Solution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8872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6F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SQL-based analysis of MediCare's relational database to identify demand, staffing gaps and capacity signals.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965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61872" y="1911096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high-demand specializations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1261872" y="2221992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F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doctor availability across specializations to focus planning.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2862072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8620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61872" y="280720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 hospital staffing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1261872" y="3118104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F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doctor counts across hospitals to flag high/low staffing.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3758184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75818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261872" y="3703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hospital capacity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1261872" y="4014216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F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bed capacity to understand available infrastructure.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4654296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65429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261872" y="459943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consultation fees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1261872" y="4910328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F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average fees by specialization and rank doctors by fee.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0080" y="5550408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55504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261872" y="5495544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workforce allocation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1261872" y="580644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F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appointment volume with doctor availability to balance workload.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086600" y="1965960"/>
            <a:ext cx="4434840" cy="4480560"/>
          </a:xfrm>
          <a:prstGeom prst="roundRect">
            <a:avLst>
              <a:gd name="adj" fmla="val 2062"/>
            </a:avLst>
          </a:prstGeom>
          <a:solidFill>
            <a:srgbClr val="1B2A2E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406640" y="2240280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7406640" y="2532888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MySQL &amp; SQL</a:t>
            </a:r>
            <a:endParaRPr lang="en-US" sz="2200" dirty="0"/>
          </a:p>
        </p:txBody>
      </p:sp>
      <p:sp>
        <p:nvSpPr>
          <p:cNvPr id="27" name="Text 25"/>
          <p:cNvSpPr txBox="1"/>
          <p:nvPr/>
        </p:nvSpPr>
        <p:spPr>
          <a:xfrm>
            <a:off x="7406640" y="320040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Querying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7406640" y="347472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8E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SELECT, DISTINCT, WHERE, GROUP BY, HAVING, ORDER BY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7406640" y="4041648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Aggregation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7406640" y="4315968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8E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COUNT, SUM, AVG, MIN, MAX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7406640" y="4882896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Joins &amp; Subqueries</a:t>
            </a:r>
            <a:endParaRPr lang="en-US" sz="1250" dirty="0"/>
          </a:p>
        </p:txBody>
      </p:sp>
      <p:sp>
        <p:nvSpPr>
          <p:cNvPr id="32" name="Text 30"/>
          <p:cNvSpPr txBox="1"/>
          <p:nvPr/>
        </p:nvSpPr>
        <p:spPr>
          <a:xfrm>
            <a:off x="7406640" y="5157216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8E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INNER JOIN, LEFT JOIN, Subqueries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7406640" y="5724144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Functions</a:t>
            </a:r>
            <a:endParaRPr lang="en-US" sz="1250" dirty="0"/>
          </a:p>
        </p:txBody>
      </p:sp>
      <p:sp>
        <p:nvSpPr>
          <p:cNvPr id="34" name="Text 32"/>
          <p:cNvSpPr txBox="1"/>
          <p:nvPr/>
        </p:nvSpPr>
        <p:spPr>
          <a:xfrm>
            <a:off x="7406640" y="5998464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8E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ROW_NUMBER, RANK, LAG, LEAD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Insights &amp; Recommendations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5394960" cy="4937760"/>
          </a:xfrm>
          <a:prstGeom prst="roundRect">
            <a:avLst>
              <a:gd name="adj" fmla="val 1481"/>
            </a:avLst>
          </a:prstGeom>
          <a:solidFill>
            <a:srgbClr val="F4F8F7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14400" y="1572768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1965960"/>
            <a:ext cx="4846320" cy="416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availability differs across specializations, concentrating expertise unevenly.</a:t>
            </a:r>
            <a:endParaRPr lang="en-US" sz="12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Several specializations exceed 20 doctors — clear top specializations emerge by count.</a:t>
            </a:r>
            <a:endParaRPr lang="en-US" sz="12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staffing is not uniform; some hospitals are relatively over- or under-staffed.</a:t>
            </a:r>
            <a:endParaRPr lang="en-US" sz="12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Doctors with 10+ years' experience form a key strategic workforce segment.</a:t>
            </a:r>
            <a:endParaRPr lang="en-US" sz="12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Consultation fees vary meaningfully across specializations and individual doctors.</a:t>
            </a:r>
            <a:endParaRPr lang="en-US" sz="12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 volume highlights differences in workload and service utilization.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172200" y="1371600"/>
            <a:ext cx="5394960" cy="4937760"/>
          </a:xfrm>
          <a:prstGeom prst="roundRect">
            <a:avLst>
              <a:gd name="adj" fmla="val 1481"/>
            </a:avLst>
          </a:prstGeom>
          <a:solidFill>
            <a:srgbClr val="02809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46520" y="1572768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446520" y="1965960"/>
            <a:ext cx="4846320" cy="416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specializations with high doctor and appointment demand.</a:t>
            </a:r>
            <a:endParaRPr lang="en-US" sz="12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hospital staffing levels to correct resource imbalances.</a:t>
            </a:r>
            <a:endParaRPr lang="en-US" sz="12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capacity using bed availability and doctor supply together.</a:t>
            </a:r>
            <a:endParaRPr lang="en-US" sz="12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workload continuously through appointment volume.</a:t>
            </a:r>
            <a:endParaRPr lang="en-US" sz="12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consultation fees across specializations and doctors.</a:t>
            </a:r>
            <a:endParaRPr lang="en-US" sz="12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experienced doctors for mentoring and specialized care.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644652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F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Rithiha  |  MediCare Healthcare Database Analysis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2026-08-28T16:12:19Z</dcterms:created>
  <dcterms:modified xsi:type="dcterms:W3CDTF">2026-08-28T16:12:19Z</dcterms:modified>
</cp:coreProperties>
</file>