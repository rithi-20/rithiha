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PERFORMANCE ANALYTICS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Tech Production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Dashboard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3703320"/>
            <a:ext cx="18288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886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the June 2025 production decline versus May 2025 - and the plants, products, downtime, quality and supplier factors behind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25780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141B4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5486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Rithiha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5742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June 2025 production decline back to its operational drivers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production volume decrease in June 2025 compared to May 2025, and which plants and products were responsible for the decline?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6210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4930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production decline in June 2025?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00507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877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plants contributed most to the decline?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38912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2611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contributed most to the decline?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77316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6451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increased downtime play a role?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515721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5029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have the highest defect rates?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554126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5413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suppliers have the highest PO delays?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181051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3957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that isolates the May-to-June movement and drills into its root causes.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200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Trend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4381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 production &amp; the June change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685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Comparison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9227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vs. June production by plant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1696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Change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407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chart of product-level contribution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46542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Comparison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892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vs. June downtime by plant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51389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&amp; Delay Ranking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376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products and suppliers by risk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56235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Plant-Product Table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8613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specific combinations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 about the June 2025 decline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1,029,692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50876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-16.92%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1.71%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65176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1600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10.69%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008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decline is the core issue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28269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-16.92% Production Change confirms June 2025 output fell sharply versus May.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255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255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5707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 traces to specific plants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84505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May-vs-June plant comparison identifies the plants with the largest negative movement, not a company-wide drop.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13308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 reveals winners and losers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440740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diverging product-change view separates products that declined from those that offset the drop.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7503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503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469544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offers an operational explanation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96976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May-vs-June downtime comparison tests whether higher downtime coincided with the decline.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31266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52578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suppliers add supporting risk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" y="553212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1.71% defect rate and 10.69% supplier delay rate extend the investigation beyond volume alone.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8750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875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" y="58201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Plant-product detail enables targeted action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609447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plant-product matrix moves the investigation from a high-level trend to specific combinations.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dashboard's findings into operational follow-up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plants showing the largest negative production movement between May and June 2025.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6336792" y="18562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33679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7830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products contributing the largest negative production change.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090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017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downtime increases alongside production losses to identify operational bottlenecks.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92608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36792" y="30906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0175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products with higher defect rates for potential quality-related production impact.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3251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2519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with suppliers showing higher purchase-order delay rates.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16052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36792" y="43251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2519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plant-product matrix to prioritize specific combinations for deeper investigation.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55595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559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4864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 production change monthly so emerging declines can be identified early.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Decline  →  Plant Contribution  →  Product Contribution  →  Downtime  →  Quality  →  Supplier Delays  →  Detailed Investigation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2026-09-12T10:48:11Z</dcterms:created>
  <dcterms:modified xsi:type="dcterms:W3CDTF">2026-09-12T10:48:11Z</dcterms:modified>
</cp:coreProperties>
</file>