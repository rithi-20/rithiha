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5458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5943600" cy="594360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206240" cy="420624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PERFORMANCE ANALYTICS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AeroHome Production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Dashboard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58368" y="3703320"/>
            <a:ext cx="182880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640080" y="388620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COO-level view connecting production shortfall to the plants, downtime causes, quality issues, machine performance, and supplier delays behind it.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5257800"/>
            <a:ext cx="4206240" cy="960120"/>
          </a:xfrm>
          <a:prstGeom prst="roundRect">
            <a:avLst>
              <a:gd name="adj" fmla="val 7619"/>
            </a:avLst>
          </a:prstGeom>
          <a:solidFill>
            <a:srgbClr val="141B4D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68680" y="548640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68680" y="5486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5715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Rithiha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54178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 &amp; Solution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Diagnosing AeroHome's production shortfall down to its operational root causes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4709160"/>
          </a:xfrm>
          <a:prstGeom prst="roundRect">
            <a:avLst>
              <a:gd name="adj" fmla="val 1553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68680" y="18105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6868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7830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42316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AeroHome improve production plan attainment by identifying the plants, downtime causes, quality issues, and supplier delays contributing to the production shortfall?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68680" y="3712464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1097280" y="358444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meeting our production plan?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68680" y="4078224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1097280" y="395020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main causes of downtime?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68680" y="4443984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1097280" y="431596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suppliers cause the most PO delays?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68680" y="4809744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1097280" y="468172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plants show the largest shortfall?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68680" y="5175504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1097280" y="504748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 have high defect rates?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68680" y="5541264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1097280" y="541324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machines are underperforming?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72200" y="1508760"/>
            <a:ext cx="5440680" cy="4709160"/>
          </a:xfrm>
          <a:prstGeom prst="roundRect">
            <a:avLst>
              <a:gd name="adj" fmla="val 155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492240" y="1810512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49224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7132320" y="17830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239572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Power BI dashboard connecting production performance to the operational factors management can act on.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32004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Attainment Trend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343814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Production Attainment % over time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492240" y="368503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Pareto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492240" y="392277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downtime reasons by cumulative impact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492240" y="416966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Waterfall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6492240" y="44074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each plant's shortfall contribution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492240" y="465429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Ranking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6492240" y="48920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products with high defect rates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492240" y="513892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Matrix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6492240" y="537667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attainment vs. downtime by machine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492240" y="56235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Scatter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6492240" y="586130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high-delay suppliers by PO volume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dashboard reveals about the production shortfall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084832" cy="1234440"/>
          </a:xfrm>
          <a:prstGeom prst="roundRect">
            <a:avLst>
              <a:gd name="adj" fmla="val 5185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96.26%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4884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Attainment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70632" y="1508760"/>
            <a:ext cx="2084832" cy="1234440"/>
          </a:xfrm>
          <a:prstGeom prst="roundRect">
            <a:avLst>
              <a:gd name="adj" fmla="val 518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2770632" y="160020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-41,425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2770632" y="214884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Shortfall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992624" y="1508760"/>
            <a:ext cx="2084832" cy="1234440"/>
          </a:xfrm>
          <a:prstGeom prst="roundRect">
            <a:avLst>
              <a:gd name="adj" fmla="val 5185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4992624" y="160020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122,329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992624" y="214884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(min)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214616" y="1508760"/>
            <a:ext cx="2084832" cy="1234440"/>
          </a:xfrm>
          <a:prstGeom prst="roundRect">
            <a:avLst>
              <a:gd name="adj" fmla="val 5185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7214616" y="160020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1.71%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7214616" y="214884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436608" y="1508760"/>
            <a:ext cx="2084832" cy="1234440"/>
          </a:xfrm>
          <a:prstGeom prst="roundRect">
            <a:avLst>
              <a:gd name="adj" fmla="val 5185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9436608" y="160020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16.55%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9436608" y="214884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Rate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017520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48640" y="3017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296265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trails plan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3236976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96.26% attainment confirms actual output is running below the planned level.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579876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48640" y="35798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005840" y="3525012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Shortfall is concentrated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05840" y="3799332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plant waterfall pinpoints specific plants driving most of the -41,425 unit gap, not a uniform company-wide issue.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142232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48640" y="4142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005840" y="408736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is actionable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005840" y="4361688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set of downtime reasons account for the largest share of the 122,329 minutes lost.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4704588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48640" y="47045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1005840" y="4649724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issues trace to specific products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1005840" y="4924044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Defect-rate ranking highlights the products most in need of process review.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5266944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48640" y="5266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1005840" y="5212080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add a diagnostic layer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1005840" y="5486400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performance matrix flags machines combining weak attainment with high downtime.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8640" y="5829300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48640" y="58293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1005840" y="577443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delays add supply-chain risk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1005840" y="6048756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16.55% PO delay rate highlights suppliers needing procurement follow-up.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the dashboard's findings into operational follow-up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1051560"/>
          </a:xfrm>
          <a:prstGeom prst="roundRect">
            <a:avLst>
              <a:gd name="adj" fmla="val 608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13232" y="185623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13232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78308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plants with the largest negative contribution to Production Shortfall.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257800" cy="1051560"/>
          </a:xfrm>
          <a:prstGeom prst="roundRect">
            <a:avLst>
              <a:gd name="adj" fmla="val 608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336792" y="185623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336792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0" y="178308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the downtime reasons identified by the analysis that account for the greatest lost time.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5257800" cy="1051560"/>
          </a:xfrm>
          <a:prstGeom prst="roundRect">
            <a:avLst>
              <a:gd name="adj" fmla="val 608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713232" y="309067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13232" y="3090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01752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products with the highest defect rates for quality and process issues.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2200" y="2926080"/>
            <a:ext cx="5257800" cy="1051560"/>
          </a:xfrm>
          <a:prstGeom prst="roundRect">
            <a:avLst>
              <a:gd name="adj" fmla="val 608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336792" y="309067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336792" y="3090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301752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machines showing lower attainment and higher downtime.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5257800" cy="1051560"/>
          </a:xfrm>
          <a:prstGeom prst="roundRect">
            <a:avLst>
              <a:gd name="adj" fmla="val 608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13232" y="432511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13232" y="4325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425196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up with suppliers showing higher purchase-order delay rates.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72200" y="4160520"/>
            <a:ext cx="5257800" cy="1051560"/>
          </a:xfrm>
          <a:prstGeom prst="roundRect">
            <a:avLst>
              <a:gd name="adj" fmla="val 608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336792" y="432511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336792" y="4325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0" y="425196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plant, product, supplier and period slicers for targeted investigation over relying on overall KPIs alone.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5394960"/>
            <a:ext cx="5257800" cy="1051560"/>
          </a:xfrm>
          <a:prstGeom prst="roundRect">
            <a:avLst>
              <a:gd name="adj" fmla="val 608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713232" y="555955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713232" y="5559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234440" y="548640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monitoring Production Attainment % to catch deviations from plan early.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451</Words>
  <Application>Microsoft Office PowerPoint</Application>
  <PresentationFormat>Widescreen</PresentationFormat>
  <Paragraphs>88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Rithiha U</cp:lastModifiedBy>
  <cp:revision>2</cp:revision>
  <dcterms:created xsi:type="dcterms:W3CDTF">2026-09-12T10:43:10Z</dcterms:created>
  <dcterms:modified xsi:type="dcterms:W3CDTF">2026-09-23T06:48:48Z</dcterms:modified>
</cp:coreProperties>
</file>