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 slide: FreshMart Sales Analysis Dashboard, built in Excel by Rithiha U, Junior Software Developer at Fuzionest Private Limited.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business problem: FreshMart needed to identify what drives profitable growth across products, categories, channels and time — broken into three concrete gaps in visibility.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solution: a 3-step Excel workflow (clean, model, design) delivering a question-led interactive dashboard with four headline KPIs.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slide: headline insight that top sales and top profit categories differ, plus four concrete recommendations for profitable growth.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0241B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95D5B2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914400" cy="91440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058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DASHBOARD PROJECT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FreshMart Sales Analysis Dashboard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8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2,500 raw transactions into clear, data-driven decisions on sales, profit and channel performance.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5120640"/>
            <a:ext cx="5120640" cy="1097280"/>
          </a:xfrm>
          <a:prstGeom prst="roundRect">
            <a:avLst>
              <a:gd name="adj" fmla="val 8333"/>
            </a:avLst>
          </a:prstGeom>
          <a:solidFill>
            <a:srgbClr val="10241B">
              <a:alpha val="8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
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Rithiha 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Software Developer, Fuzionest Private Limited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0391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1737360"/>
            <a:ext cx="9464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FreshMart improve profitable growth by identifying the key drivers of its sales and profitability across products, categories, sales channels and time?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37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had sales data — but no clear view of what was actually driving it. Three questions needed answers: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35387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160520"/>
            <a:ext cx="594360" cy="594360"/>
          </a:xfrm>
          <a:prstGeom prst="ellipse">
            <a:avLst/>
          </a:prstGeom>
          <a:solidFill>
            <a:srgbClr val="95D5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4288536"/>
            <a:ext cx="338328" cy="33832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4672" y="489204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performance going?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804672" y="539496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profit move month to month with no visibility into trends or seasonal dips.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6824" y="3886200"/>
            <a:ext cx="35387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81144" y="4160520"/>
            <a:ext cx="594360" cy="594360"/>
          </a:xfrm>
          <a:prstGeom prst="ellipse">
            <a:avLst/>
          </a:prstGeom>
          <a:solidFill>
            <a:srgbClr val="95D5B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4288536"/>
            <a:ext cx="338328" cy="3383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562856" y="489204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really driving revenue?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4562856" y="539496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clarity on which products and categories drive sales versus which drive profit.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065008" y="3886200"/>
            <a:ext cx="35387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339328" y="4160520"/>
            <a:ext cx="594360" cy="594360"/>
          </a:xfrm>
          <a:prstGeom prst="ellipse">
            <a:avLst/>
          </a:prstGeom>
          <a:solidFill>
            <a:srgbClr val="95D5B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4" y="4288536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321040" y="489204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channel deserves focus?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8321040" y="539496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In-Store, Online and Mobile App contribution was never compared side by side.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Interactive Excel Dashboard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815084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6642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Clean &amp; Profile the Data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984248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transactions cleaned with Power Query — fixed dates, standardized payment modes, resolved missing IDs.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862072"/>
            <a:ext cx="566928" cy="566928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" y="2985516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834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Model with PivotTables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31546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Pivot-based KPIs across time, category, product and channel using slicers for interactivity.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4032504"/>
            <a:ext cx="566928" cy="566928"/>
          </a:xfrm>
          <a:prstGeom prst="ellipse">
            <a:avLst/>
          </a:prstGeom>
          <a:solidFill>
            <a:srgbClr val="1B43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" y="4155948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Design a Question-Led Dashboard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325112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framed around business questions, not generic labels — each visual answers a management question directly.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720840" y="1691640"/>
            <a:ext cx="4892040" cy="4572000"/>
          </a:xfrm>
          <a:prstGeom prst="roundRect">
            <a:avLst>
              <a:gd name="adj" fmla="val 2000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086600" y="19842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AT A GLANCE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086600" y="2468880"/>
            <a:ext cx="1965960" cy="1051560"/>
          </a:xfrm>
          <a:prstGeom prst="roundRect">
            <a:avLst>
              <a:gd name="adj" fmla="val 6087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251192" y="257860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₹28.95L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7251192" y="310896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81160" y="2468880"/>
            <a:ext cx="1965960" cy="1051560"/>
          </a:xfrm>
          <a:prstGeom prst="roundRect">
            <a:avLst>
              <a:gd name="adj" fmla="val 6087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9445752" y="257860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₹7.37L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9445752" y="310896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PROFIT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7086600" y="3749040"/>
            <a:ext cx="1965960" cy="1051560"/>
          </a:xfrm>
          <a:prstGeom prst="roundRect">
            <a:avLst>
              <a:gd name="adj" fmla="val 6087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7251192" y="385876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7251192" y="438912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9281160" y="3749040"/>
            <a:ext cx="1965960" cy="1051560"/>
          </a:xfrm>
          <a:prstGeom prst="roundRect">
            <a:avLst>
              <a:gd name="adj" fmla="val 6087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9445752" y="385876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₹1,158</a:t>
            </a:r>
            <a:endParaRPr lang="en-US" sz="2400" dirty="0"/>
          </a:p>
        </p:txBody>
      </p:sp>
      <p:sp>
        <p:nvSpPr>
          <p:cNvPr id="29" name="Text 24"/>
          <p:cNvSpPr txBox="1"/>
          <p:nvPr/>
        </p:nvSpPr>
        <p:spPr>
          <a:xfrm>
            <a:off x="9445752" y="4389120"/>
            <a:ext cx="1636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SALE VALUE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7086600" y="493776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D8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slicers let management filter every view by Year, Sales Channel and Product Category.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7086600" y="4800600"/>
            <a:ext cx="4160520" cy="0"/>
          </a:xfrm>
          <a:prstGeom prst="line">
            <a:avLst/>
          </a:prstGeom>
          <a:noFill/>
          <a:ln w="9525">
            <a:solidFill>
              <a:srgbClr val="FFFFFF">
                <a:alpha val="2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4846320"/>
            <a:ext cx="4114800" cy="4114800"/>
          </a:xfrm>
          <a:prstGeom prst="ellipse">
            <a:avLst/>
          </a:prstGeom>
          <a:solidFill>
            <a:srgbClr val="10241B">
              <a:alpha val="6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NEXT STEPS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7724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 &amp; Recommendations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64792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9829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Beverages leads on sales (₹4.75L), but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Bakery drives the highest profit (₹1.49L)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proof that top revenue and top profit are not the same thing.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96112" y="2907792"/>
            <a:ext cx="548640" cy="54864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026664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Weaker Channels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600200" y="321868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In-Store leads at ₹19.9L, but Online (₹6.15L) and Mobile App (₹2.89L) hold untapped upside.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265176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2907792"/>
            <a:ext cx="548640" cy="54864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3026664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780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Profit, Not Just Sales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178040" y="321868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Bakery and other high-margin categories alongside top-selling Beverages.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448056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896112" y="4736592"/>
            <a:ext cx="548640" cy="54864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55464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4663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 Stock on Bestsellers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04748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Harvest Gold Rusk, Nescafe Coffee &amp; Curd 1kg in continuous stock — they lead demand.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217920" y="448056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10241B">
              <a:alpha val="85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6473952" y="4736592"/>
            <a:ext cx="548640" cy="54864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4855464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78040" y="4663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Target, Don’t Blanket, Promotions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178040" y="504748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October’s peak (₹3.44L sales) as a model — plan promotions around proven strong months.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2026-08-28T15:47:20Z</dcterms:created>
  <dcterms:modified xsi:type="dcterms:W3CDTF">2026-08-28T15:47:20Z</dcterms:modified>
</cp:coreProperties>
</file>